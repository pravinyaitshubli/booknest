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BOOKNEST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Information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Solution for Efficient Library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management faces significant obstacles: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⏱️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consume staff resources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Issues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multiple book copies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member data and history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reporting and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BookNest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Library Management in One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book circulation &amp; tracking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 &amp; record keeping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periodical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&amp; fine calculations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&amp;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with categories and details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issue &amp; return processing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234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account &amp; borrow 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reports &amp; insights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students, staff &amp; visitors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3063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from anywhere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for Your Institution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Increased Efficiency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 by 80%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585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checkout &amp; request 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0358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operational overhead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8130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 and accessibility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book processing saves 20+ hours/week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lost books by 40%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late fees tracking overhead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member retention by 30%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• Categories • ISBN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Issue/Return • Due Dates • Renewals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• History •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• Receipt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• Penalties • Fund 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• Statistics • Exports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For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Institutions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📚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Libraries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🏢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67512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Libraries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Centers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Tanks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353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10.4.32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9476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(Presentation, Business, Data)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36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136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Comprehensive Tables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30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730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Web-Based Access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25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3251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&amp; Role-Based Access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813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&amp; Planning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0" cy="5486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87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Configuration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0" cy="5486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930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&amp; Testing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0" cy="5486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4988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Go-Live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Solutions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$499/mo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97BC62"/>
          </a:solidFill>
          <a:ln/>
          <a:effectLst>
            <a:outerShdw sx="100000" sy="100000" kx="0" ky="0" algn="bl" rotWithShape="0" blurRad="50800" dist="381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$999/mo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BookNest?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50+ institutions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1143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353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migration of existing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30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 of professionals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Updates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130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features and improvements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your institution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pricing for all sizes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Transform Your Library?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schedule a demo and explore how BookNest can streamline your operations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2560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info@booknest.com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(555) 123-4567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560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www.booknest-library.com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Today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BookNest - Library Management Solutions</dc:title>
  <dc:subject>PptxGenJS Presentation</dc:subject>
  <dc:creator>BookNest Marketing</dc:creator>
  <cp:lastModifiedBy>BookNest Marketing</cp:lastModifiedBy>
  <cp:revision>1</cp:revision>
  <dcterms:created xsi:type="dcterms:W3CDTF">2026-06-18T02:53:01Z</dcterms:created>
  <dcterms:modified xsi:type="dcterms:W3CDTF">2026-06-18T02:53:01Z</dcterms:modified>
</cp:coreProperties>
</file>