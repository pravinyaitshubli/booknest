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260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50333" y="58723"/>
            <a:ext cx="9085277" cy="14384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Pravinya Infotech, Hubballi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7607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384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BookNest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143000" y="764237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Information Management System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48811" y="1012551"/>
            <a:ext cx="51969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Your Library Operations with Modern, Automated Management</a:t>
            </a:r>
            <a:endParaRPr lang="en-US" sz="1250" i="1" dirty="0">
              <a:solidFill>
                <a:srgbClr val="00B050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5394960" y="164592"/>
            <a:ext cx="841248" cy="1261872"/>
          </a:xfrm>
          <a:prstGeom prst="roundRect">
            <a:avLst>
              <a:gd name="adj" fmla="val 10870"/>
            </a:avLst>
          </a:prstGeom>
          <a:solidFill>
            <a:srgbClr val="EDF2F9"/>
          </a:solidFill>
          <a:ln/>
        </p:spPr>
      </p:sp>
      <p:sp>
        <p:nvSpPr>
          <p:cNvPr id="10" name="Text 7"/>
          <p:cNvSpPr/>
          <p:nvPr/>
        </p:nvSpPr>
        <p:spPr>
          <a:xfrm>
            <a:off x="5394960" y="256032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394960" y="74980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>
              <a:solidFill>
                <a:srgbClr val="002060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6327648" y="164592"/>
            <a:ext cx="841248" cy="1261872"/>
          </a:xfrm>
          <a:prstGeom prst="roundRect">
            <a:avLst>
              <a:gd name="adj" fmla="val 10870"/>
            </a:avLst>
          </a:prstGeom>
          <a:solidFill>
            <a:srgbClr val="EDF2F9"/>
          </a:solidFill>
          <a:ln/>
        </p:spPr>
      </p:sp>
      <p:sp>
        <p:nvSpPr>
          <p:cNvPr id="13" name="Text 10"/>
          <p:cNvSpPr/>
          <p:nvPr/>
        </p:nvSpPr>
        <p:spPr>
          <a:xfrm>
            <a:off x="6327648" y="256032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327648" y="74980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</a:t>
            </a:r>
            <a:endParaRPr lang="en-US" sz="9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900" dirty="0">
              <a:solidFill>
                <a:srgbClr val="002060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260336" y="164592"/>
            <a:ext cx="841248" cy="1261872"/>
          </a:xfrm>
          <a:prstGeom prst="roundRect">
            <a:avLst>
              <a:gd name="adj" fmla="val 10870"/>
            </a:avLst>
          </a:prstGeom>
          <a:solidFill>
            <a:srgbClr val="EDF2F9"/>
          </a:solidFill>
          <a:ln/>
        </p:spPr>
      </p:sp>
      <p:sp>
        <p:nvSpPr>
          <p:cNvPr id="16" name="Text 13"/>
          <p:cNvSpPr/>
          <p:nvPr/>
        </p:nvSpPr>
        <p:spPr>
          <a:xfrm>
            <a:off x="7260336" y="256032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260336" y="74980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9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900" dirty="0">
              <a:solidFill>
                <a:srgbClr val="002060"/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193024" y="164592"/>
            <a:ext cx="841248" cy="1261872"/>
          </a:xfrm>
          <a:prstGeom prst="roundRect">
            <a:avLst>
              <a:gd name="adj" fmla="val 10870"/>
            </a:avLst>
          </a:prstGeom>
          <a:solidFill>
            <a:srgbClr val="EDF2F9"/>
          </a:solidFill>
          <a:ln/>
        </p:spPr>
      </p:sp>
      <p:sp>
        <p:nvSpPr>
          <p:cNvPr id="19" name="Text 16"/>
          <p:cNvSpPr/>
          <p:nvPr/>
        </p:nvSpPr>
        <p:spPr>
          <a:xfrm>
            <a:off x="8193024" y="256032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8193024" y="74980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9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Us</a:t>
            </a:r>
            <a:endParaRPr lang="en-US" sz="900" dirty="0">
              <a:solidFill>
                <a:srgbClr val="002060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457200" y="1602297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1859839"/>
            <a:ext cx="2697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66928" y="1987855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61007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05840" y="1932991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Management</a:t>
            </a:r>
            <a:endParaRPr lang="en-US" sz="10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6" name="Text 22"/>
          <p:cNvSpPr/>
          <p:nvPr/>
        </p:nvSpPr>
        <p:spPr>
          <a:xfrm>
            <a:off x="1005840" y="2137179"/>
            <a:ext cx="2070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catalog with categories, copies, and detailed records</a:t>
            </a:r>
            <a:endParaRPr lang="en-US" sz="900" dirty="0">
              <a:solidFill>
                <a:srgbClr val="002060"/>
              </a:solidFill>
            </a:endParaRPr>
          </a:p>
        </p:txBody>
      </p:sp>
      <p:sp>
        <p:nvSpPr>
          <p:cNvPr id="27" name="Shape 23"/>
          <p:cNvSpPr/>
          <p:nvPr/>
        </p:nvSpPr>
        <p:spPr>
          <a:xfrm>
            <a:off x="3264408" y="1859839"/>
            <a:ext cx="2697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3374136" y="1987855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2061007"/>
            <a:ext cx="219456" cy="21945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786152" y="1924026"/>
            <a:ext cx="1937455" cy="210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System with Barcode </a:t>
            </a:r>
          </a:p>
        </p:txBody>
      </p:sp>
      <p:sp>
        <p:nvSpPr>
          <p:cNvPr id="31" name="Text 26"/>
          <p:cNvSpPr/>
          <p:nvPr/>
        </p:nvSpPr>
        <p:spPr>
          <a:xfrm>
            <a:off x="3813048" y="2137179"/>
            <a:ext cx="2070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issue, return, and renewal processing</a:t>
            </a:r>
            <a:endParaRPr lang="en-US" sz="900" dirty="0">
              <a:solidFill>
                <a:srgbClr val="002060"/>
              </a:solidFill>
            </a:endParaRPr>
          </a:p>
        </p:txBody>
      </p:sp>
      <p:sp>
        <p:nvSpPr>
          <p:cNvPr id="32" name="Shape 27"/>
          <p:cNvSpPr/>
          <p:nvPr/>
        </p:nvSpPr>
        <p:spPr>
          <a:xfrm>
            <a:off x="6071616" y="1859839"/>
            <a:ext cx="2697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181344" y="1987855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2061007"/>
            <a:ext cx="219456" cy="21945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620256" y="1932991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Portal</a:t>
            </a:r>
            <a:endParaRPr lang="en-US" sz="10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6" name="Text 30"/>
          <p:cNvSpPr/>
          <p:nvPr/>
        </p:nvSpPr>
        <p:spPr>
          <a:xfrm>
            <a:off x="6620256" y="2137179"/>
            <a:ext cx="2070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account access and borrow history</a:t>
            </a:r>
            <a:endParaRPr lang="en-US" sz="900" dirty="0">
              <a:solidFill>
                <a:srgbClr val="002060"/>
              </a:solidFill>
            </a:endParaRPr>
          </a:p>
        </p:txBody>
      </p:sp>
      <p:sp>
        <p:nvSpPr>
          <p:cNvPr id="37" name="Shape 31"/>
          <p:cNvSpPr/>
          <p:nvPr/>
        </p:nvSpPr>
        <p:spPr>
          <a:xfrm>
            <a:off x="457200" y="2573071"/>
            <a:ext cx="2697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566928" y="2701087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774239"/>
            <a:ext cx="219456" cy="21945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005840" y="2646223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Reports</a:t>
            </a:r>
            <a:endParaRPr lang="en-US" sz="10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1" name="Text 34"/>
          <p:cNvSpPr/>
          <p:nvPr/>
        </p:nvSpPr>
        <p:spPr>
          <a:xfrm>
            <a:off x="1005840" y="2850411"/>
            <a:ext cx="2070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reporting with comprehensive insights</a:t>
            </a:r>
            <a:endParaRPr lang="en-US" sz="900" dirty="0">
              <a:solidFill>
                <a:srgbClr val="002060"/>
              </a:solidFill>
            </a:endParaRPr>
          </a:p>
        </p:txBody>
      </p:sp>
      <p:sp>
        <p:nvSpPr>
          <p:cNvPr id="42" name="Shape 35"/>
          <p:cNvSpPr/>
          <p:nvPr/>
        </p:nvSpPr>
        <p:spPr>
          <a:xfrm>
            <a:off x="3264408" y="2573071"/>
            <a:ext cx="2697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3374136" y="2701087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2774239"/>
            <a:ext cx="219456" cy="219456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3813048" y="2646223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&amp; Multi-Branch</a:t>
            </a:r>
            <a:endParaRPr lang="en-US" sz="10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6" name="Text 38"/>
          <p:cNvSpPr/>
          <p:nvPr/>
        </p:nvSpPr>
        <p:spPr>
          <a:xfrm>
            <a:off x="3813048" y="2850411"/>
            <a:ext cx="2070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multi-library management</a:t>
            </a:r>
            <a:endParaRPr lang="en-US" sz="900" dirty="0">
              <a:solidFill>
                <a:srgbClr val="002060"/>
              </a:solidFill>
            </a:endParaRPr>
          </a:p>
        </p:txBody>
      </p:sp>
      <p:sp>
        <p:nvSpPr>
          <p:cNvPr id="47" name="Shape 39"/>
          <p:cNvSpPr/>
          <p:nvPr/>
        </p:nvSpPr>
        <p:spPr>
          <a:xfrm>
            <a:off x="6071616" y="2573071"/>
            <a:ext cx="2697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6181344" y="2701087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40AF"/>
          </a:solidFill>
          <a:ln/>
        </p:spPr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2774239"/>
            <a:ext cx="219456" cy="219456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6620256" y="2646223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Scalable</a:t>
            </a:r>
            <a:endParaRPr lang="en-US" sz="10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1" name="Text 42"/>
          <p:cNvSpPr/>
          <p:nvPr/>
        </p:nvSpPr>
        <p:spPr>
          <a:xfrm>
            <a:off x="6620256" y="2850411"/>
            <a:ext cx="2070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connections with role-based access</a:t>
            </a:r>
            <a:endParaRPr lang="en-US" sz="900" dirty="0">
              <a:solidFill>
                <a:srgbClr val="002060"/>
              </a:solidFill>
            </a:endParaRPr>
          </a:p>
        </p:txBody>
      </p:sp>
      <p:sp>
        <p:nvSpPr>
          <p:cNvPr id="52" name="Text 43"/>
          <p:cNvSpPr/>
          <p:nvPr/>
        </p:nvSpPr>
        <p:spPr>
          <a:xfrm>
            <a:off x="457200" y="333148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BOOKNEST?</a:t>
            </a:r>
            <a:endParaRPr lang="en-US" sz="1000" dirty="0"/>
          </a:p>
        </p:txBody>
      </p:sp>
      <p:sp>
        <p:nvSpPr>
          <p:cNvPr id="53" name="Shape 44"/>
          <p:cNvSpPr/>
          <p:nvPr/>
        </p:nvSpPr>
        <p:spPr>
          <a:xfrm>
            <a:off x="457200" y="3551479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624631"/>
            <a:ext cx="155448" cy="155448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731520" y="3597199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work by 80%</a:t>
            </a:r>
            <a:endParaRPr lang="en-US" sz="900" dirty="0">
              <a:solidFill>
                <a:srgbClr val="002060"/>
              </a:solidFill>
            </a:endParaRPr>
          </a:p>
        </p:txBody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1368" y="3624631"/>
            <a:ext cx="155448" cy="155448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1984248" y="3597199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20+ hours per week</a:t>
            </a:r>
            <a:endParaRPr lang="en-US" sz="900" dirty="0">
              <a:solidFill>
                <a:srgbClr val="002060"/>
              </a:solidFill>
            </a:endParaRPr>
          </a:p>
        </p:txBody>
      </p:sp>
      <p:pic>
        <p:nvPicPr>
          <p:cNvPr id="58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54096" y="3624631"/>
            <a:ext cx="155448" cy="155448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3236976" y="3597199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lost books by 40%</a:t>
            </a:r>
            <a:endParaRPr lang="en-US" sz="900" dirty="0">
              <a:solidFill>
                <a:srgbClr val="002060"/>
              </a:solidFill>
            </a:endParaRPr>
          </a:p>
        </p:txBody>
      </p:sp>
      <p:pic>
        <p:nvPicPr>
          <p:cNvPr id="60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6824" y="3624631"/>
            <a:ext cx="155448" cy="155448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4489704" y="3597199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retention by 30%</a:t>
            </a:r>
            <a:endParaRPr lang="en-US" sz="900" dirty="0">
              <a:solidFill>
                <a:srgbClr val="002060"/>
              </a:solidFill>
            </a:endParaRPr>
          </a:p>
        </p:txBody>
      </p:sp>
      <p:sp>
        <p:nvSpPr>
          <p:cNvPr id="62" name="Text 49"/>
          <p:cNvSpPr/>
          <p:nvPr/>
        </p:nvSpPr>
        <p:spPr>
          <a:xfrm>
            <a:off x="6138225" y="3145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</a:t>
            </a:r>
            <a:endParaRPr lang="en-US" sz="900" dirty="0"/>
          </a:p>
        </p:txBody>
      </p:sp>
      <p:pic>
        <p:nvPicPr>
          <p:cNvPr id="6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3945" y="3401232"/>
            <a:ext cx="182880" cy="182880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6430833" y="337380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</a:t>
            </a:r>
            <a:endParaRPr lang="en-US" sz="900" dirty="0">
              <a:solidFill>
                <a:srgbClr val="002060"/>
              </a:solidFill>
            </a:endParaRPr>
          </a:p>
        </p:txBody>
      </p:sp>
      <p:sp>
        <p:nvSpPr>
          <p:cNvPr id="65" name="Text 51"/>
          <p:cNvSpPr/>
          <p:nvPr/>
        </p:nvSpPr>
        <p:spPr>
          <a:xfrm>
            <a:off x="6430833" y="3510960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Universities, Colleges, Schools</a:t>
            </a:r>
            <a:endParaRPr lang="en-US" sz="800" dirty="0">
              <a:solidFill>
                <a:srgbClr val="002060"/>
              </a:solidFill>
            </a:endParaRPr>
          </a:p>
        </p:txBody>
      </p:sp>
      <p:pic>
        <p:nvPicPr>
          <p:cNvPr id="66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3945" y="3638976"/>
            <a:ext cx="182880" cy="182880"/>
          </a:xfrm>
          <a:prstGeom prst="rect">
            <a:avLst/>
          </a:prstGeom>
        </p:spPr>
      </p:pic>
      <p:sp>
        <p:nvSpPr>
          <p:cNvPr id="67" name="Text 52"/>
          <p:cNvSpPr/>
          <p:nvPr/>
        </p:nvSpPr>
        <p:spPr>
          <a:xfrm>
            <a:off x="6430833" y="366187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Libraries</a:t>
            </a:r>
            <a:endParaRPr lang="en-US" sz="900" dirty="0">
              <a:solidFill>
                <a:srgbClr val="002060"/>
              </a:solidFill>
            </a:endParaRPr>
          </a:p>
        </p:txBody>
      </p:sp>
      <p:sp>
        <p:nvSpPr>
          <p:cNvPr id="68" name="Text 53"/>
          <p:cNvSpPr/>
          <p:nvPr/>
        </p:nvSpPr>
        <p:spPr>
          <a:xfrm>
            <a:off x="6430833" y="388292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Municipal, Community, Regional</a:t>
            </a:r>
            <a:endParaRPr lang="en-US" sz="600" dirty="0"/>
          </a:p>
        </p:txBody>
      </p:sp>
      <p:pic>
        <p:nvPicPr>
          <p:cNvPr id="69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3945" y="3876720"/>
            <a:ext cx="182880" cy="182880"/>
          </a:xfrm>
          <a:prstGeom prst="rect">
            <a:avLst/>
          </a:prstGeom>
        </p:spPr>
      </p:pic>
      <p:sp>
        <p:nvSpPr>
          <p:cNvPr id="70" name="Text 54"/>
          <p:cNvSpPr/>
          <p:nvPr/>
        </p:nvSpPr>
        <p:spPr>
          <a:xfrm>
            <a:off x="6430833" y="384928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Libraries</a:t>
            </a:r>
            <a:endParaRPr lang="en-US" sz="900" dirty="0">
              <a:solidFill>
                <a:srgbClr val="002060"/>
              </a:solidFill>
            </a:endParaRPr>
          </a:p>
        </p:txBody>
      </p:sp>
      <p:sp>
        <p:nvSpPr>
          <p:cNvPr id="71" name="Text 55"/>
          <p:cNvSpPr/>
          <p:nvPr/>
        </p:nvSpPr>
        <p:spPr>
          <a:xfrm>
            <a:off x="6430833" y="401161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Organisations, Research Centers</a:t>
            </a:r>
            <a:endParaRPr lang="en-US" sz="800" dirty="0">
              <a:solidFill>
                <a:srgbClr val="002060"/>
              </a:solidFill>
            </a:endParaRPr>
          </a:p>
        </p:txBody>
      </p:sp>
      <p:sp>
        <p:nvSpPr>
          <p:cNvPr id="72" name="Shape 56"/>
          <p:cNvSpPr/>
          <p:nvPr/>
        </p:nvSpPr>
        <p:spPr>
          <a:xfrm>
            <a:off x="0" y="4206743"/>
            <a:ext cx="9144000" cy="941329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3" name="Text 57"/>
          <p:cNvSpPr/>
          <p:nvPr/>
        </p:nvSpPr>
        <p:spPr>
          <a:xfrm>
            <a:off x="457200" y="4369993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 Your Library?</a:t>
            </a:r>
            <a:endParaRPr lang="en-US" sz="1600" dirty="0"/>
          </a:p>
        </p:txBody>
      </p:sp>
      <p:sp>
        <p:nvSpPr>
          <p:cNvPr id="74" name="Text 58"/>
          <p:cNvSpPr/>
          <p:nvPr/>
        </p:nvSpPr>
        <p:spPr>
          <a:xfrm>
            <a:off x="457200" y="4644313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free demo today!</a:t>
            </a:r>
            <a:endParaRPr lang="en-US" sz="1050" dirty="0"/>
          </a:p>
        </p:txBody>
      </p:sp>
      <p:pic>
        <p:nvPicPr>
          <p:cNvPr id="75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66160" y="4535424"/>
            <a:ext cx="146304" cy="146304"/>
          </a:xfrm>
          <a:prstGeom prst="rect">
            <a:avLst/>
          </a:prstGeom>
        </p:spPr>
      </p:pic>
      <p:sp>
        <p:nvSpPr>
          <p:cNvPr id="76" name="Text 59"/>
          <p:cNvSpPr/>
          <p:nvPr/>
        </p:nvSpPr>
        <p:spPr>
          <a:xfrm>
            <a:off x="3749040" y="4509849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pravinyaits@gmail.com</a:t>
            </a:r>
            <a:endParaRPr lang="en-US" sz="1000" dirty="0"/>
          </a:p>
        </p:txBody>
      </p:sp>
      <p:pic>
        <p:nvPicPr>
          <p:cNvPr id="7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66160" y="4754880"/>
            <a:ext cx="146304" cy="146304"/>
          </a:xfrm>
          <a:prstGeom prst="rect">
            <a:avLst/>
          </a:prstGeom>
        </p:spPr>
      </p:pic>
      <p:sp>
        <p:nvSpPr>
          <p:cNvPr id="78" name="Text 60"/>
          <p:cNvSpPr/>
          <p:nvPr/>
        </p:nvSpPr>
        <p:spPr>
          <a:xfrm>
            <a:off x="3749040" y="4729305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+91 9448821697</a:t>
            </a:r>
            <a:endParaRPr lang="en-US" sz="1000" dirty="0"/>
          </a:p>
        </p:txBody>
      </p:sp>
      <p:pic>
        <p:nvPicPr>
          <p:cNvPr id="79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94960" y="4535424"/>
            <a:ext cx="146304" cy="146304"/>
          </a:xfrm>
          <a:prstGeom prst="rect">
            <a:avLst/>
          </a:prstGeom>
        </p:spPr>
      </p:pic>
      <p:sp>
        <p:nvSpPr>
          <p:cNvPr id="80" name="Text 61"/>
          <p:cNvSpPr/>
          <p:nvPr/>
        </p:nvSpPr>
        <p:spPr>
          <a:xfrm>
            <a:off x="5577840" y="4496401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www.pravinyainfo.com</a:t>
            </a:r>
            <a:endParaRPr lang="en-US" sz="1000" dirty="0"/>
          </a:p>
        </p:txBody>
      </p:sp>
      <p:pic>
        <p:nvPicPr>
          <p:cNvPr id="81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94960" y="4754880"/>
            <a:ext cx="146304" cy="146304"/>
          </a:xfrm>
          <a:prstGeom prst="rect">
            <a:avLst/>
          </a:prstGeom>
        </p:spPr>
      </p:pic>
      <p:sp>
        <p:nvSpPr>
          <p:cNvPr id="82" name="Text 62"/>
          <p:cNvSpPr/>
          <p:nvPr/>
        </p:nvSpPr>
        <p:spPr>
          <a:xfrm>
            <a:off x="5577840" y="4715857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Hubballi, Karnataka, India</a:t>
            </a:r>
            <a:endParaRPr lang="en-US" sz="1000" dirty="0"/>
          </a:p>
        </p:txBody>
      </p:sp>
      <p:sp>
        <p:nvSpPr>
          <p:cNvPr id="83" name="Shape 63"/>
          <p:cNvSpPr/>
          <p:nvPr/>
        </p:nvSpPr>
        <p:spPr>
          <a:xfrm>
            <a:off x="7452360" y="4507992"/>
            <a:ext cx="1371600" cy="530352"/>
          </a:xfrm>
          <a:prstGeom prst="roundRect">
            <a:avLst>
              <a:gd name="adj" fmla="val 17241"/>
            </a:avLst>
          </a:prstGeom>
          <a:solidFill>
            <a:srgbClr val="F59E0B"/>
          </a:solidFill>
          <a:ln/>
        </p:spPr>
      </p:sp>
      <p:sp>
        <p:nvSpPr>
          <p:cNvPr id="84" name="Text 64"/>
          <p:cNvSpPr/>
          <p:nvPr/>
        </p:nvSpPr>
        <p:spPr>
          <a:xfrm>
            <a:off x="7434430" y="447846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Pravinya Infotech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Hubballi</a:t>
            </a:r>
            <a:endParaRPr lang="en-US" sz="1400" dirty="0"/>
          </a:p>
        </p:txBody>
      </p:sp>
      <p:sp>
        <p:nvSpPr>
          <p:cNvPr id="87" name="Text 59">
            <a:extLst>
              <a:ext uri="{FF2B5EF4-FFF2-40B4-BE49-F238E27FC236}">
                <a16:creationId xmlns:a16="http://schemas.microsoft.com/office/drawing/2014/main" id="{72206F82-2607-728B-E6F5-1E0727E0A912}"/>
              </a:ext>
            </a:extLst>
          </p:cNvPr>
          <p:cNvSpPr/>
          <p:nvPr/>
        </p:nvSpPr>
        <p:spPr>
          <a:xfrm>
            <a:off x="3566160" y="4284353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Prakashgoud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Patil (Dr. P R Patil )</a:t>
            </a:r>
            <a:endParaRPr lang="en-US" sz="1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184</Words>
  <Application>Microsoft Office PowerPoint</Application>
  <PresentationFormat>On-screen Show (16:9)</PresentationFormat>
  <Paragraphs>51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BookNest – Promotional Poster</dc:title>
  <dc:subject>PptxGenJS Presentation</dc:subject>
  <dc:creator>PptxGenJS</dc:creator>
  <cp:lastModifiedBy>Praneet Patil</cp:lastModifiedBy>
  <cp:revision>6</cp:revision>
  <dcterms:created xsi:type="dcterms:W3CDTF">2026-06-18T10:00:18Z</dcterms:created>
  <dcterms:modified xsi:type="dcterms:W3CDTF">2026-06-19T03:32:00Z</dcterms:modified>
</cp:coreProperties>
</file>